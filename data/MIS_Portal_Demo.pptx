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8:25:23.6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 23209,'1302'0'0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8:25:54.8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 24357,'1291'0'0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7T08:26:39.99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2,'97'-1,"103"3,-169 0,100 6,121-8,-243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7T08:26:41.36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235 0,'314'27,"-83"-2,-30-13,-200-12,-1 0,1 0,0 0,0 0,-1 0,1 0,0 0,0 0,-1 0,1 0,0 0,-1 1,1-1,0 0,-1 1,1-1,0 0,-1 1,1-1,0 1,-1-1,1 1,-1-1,1 1,0 0,-1 0,0 0,-1 0,1 0,0-1,0 1,-1 0,1 0,0-1,-1 1,1 0,-1-1,1 1,-1 0,1-1,-1 1,0-1,1 1,-2 0,-37 23,-11-5,-1-2,0-2,-66 10,75-16,-471 69,478-75,-46-2,71-1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7T08:26:42.63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7T08:26:43.87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8:27:11.4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20329,'1314'0'0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8:27:19.1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19814,'1460'0'0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8:32:24.2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8:32:35.0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2764 1 24575,'-2763'0'-1365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8:32:41.1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8:33:22.9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2667 17 24423,'-2667'0'0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235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1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customXml" Target="../ink/ink7.xml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5" Type="http://schemas.openxmlformats.org/officeDocument/2006/relationships/image" Target="../media/image19.png"/><Relationship Id="rId4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customXml" Target="../ink/ink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7284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728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5" name="Image 0" descr="/home/claude/ppt/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PORTAL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4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Tally-Integrated Financial Intelligence — Live.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4114800"/>
            <a:ext cx="0" cy="0"/>
          </a:xfrm>
          <a:prstGeom prst="line">
            <a:avLst/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FINNPULSE TECH SERVICE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144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Rohan Mehta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Month-End, The Same 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2082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928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exports from Tally into Excel, every single time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8950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614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is outdated the moment a new voucher is posted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75818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63016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keep seeing numbers that are days — or weeks — old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62686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49884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backdated adjustment entry? No one notices until audit time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7960" y="187452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0" descr="/home/claude/ppt/assets/tally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03120"/>
            <a:ext cx="4709160" cy="10515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20840" y="32918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everyday Tally screen — accurate, but static and manual.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056B0C0-14F3-27A2-76C2-ABCE2318E95C}"/>
                  </a:ext>
                </a:extLst>
              </p14:cNvPr>
              <p14:cNvContentPartPr/>
              <p14:nvPr/>
            </p14:nvContentPartPr>
            <p14:xfrm>
              <a:off x="8823810" y="2148450"/>
              <a:ext cx="469080" cy="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56B0C0-14F3-27A2-76C2-ABCE2318E9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14810" y="2130450"/>
                <a:ext cx="486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43A985C-4A6D-3990-A9FB-C02648295D37}"/>
                  </a:ext>
                </a:extLst>
              </p14:cNvPr>
              <p14:cNvContentPartPr/>
              <p14:nvPr/>
            </p14:nvContentPartPr>
            <p14:xfrm>
              <a:off x="8816250" y="2159970"/>
              <a:ext cx="465120" cy="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43A985C-4A6D-3990-A9FB-C02648295D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07250" y="2141970"/>
                <a:ext cx="482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F8A548C-A025-0C34-64CF-878AC1BA7C90}"/>
                  </a:ext>
                </a:extLst>
              </p14:cNvPr>
              <p14:cNvContentPartPr/>
              <p14:nvPr/>
            </p14:nvContentPartPr>
            <p14:xfrm>
              <a:off x="8423850" y="2228010"/>
              <a:ext cx="259200" cy="46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F8A548C-A025-0C34-64CF-878AC1BA7C9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69850" y="2120370"/>
                <a:ext cx="3668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B7B6E8E-0E3F-80CE-47FD-D763DEE8293D}"/>
                  </a:ext>
                </a:extLst>
              </p14:cNvPr>
              <p14:cNvContentPartPr/>
              <p14:nvPr/>
            </p14:nvContentPartPr>
            <p14:xfrm>
              <a:off x="8461290" y="2285970"/>
              <a:ext cx="359640" cy="99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B7B6E8E-0E3F-80CE-47FD-D763DEE8293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07650" y="2177970"/>
                <a:ext cx="4672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53C96FD-CAFD-7859-FE81-B2CEC2E5AD55}"/>
                  </a:ext>
                </a:extLst>
              </p14:cNvPr>
              <p14:cNvContentPartPr/>
              <p14:nvPr/>
            </p14:nvContentPartPr>
            <p14:xfrm>
              <a:off x="8488650" y="2285970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53C96FD-CAFD-7859-FE81-B2CEC2E5AD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34650" y="217797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B19C87E-D52C-D446-09F9-A4E9B07EFAD1}"/>
                  </a:ext>
                </a:extLst>
              </p14:cNvPr>
              <p14:cNvContentPartPr/>
              <p14:nvPr/>
            </p14:nvContentPartPr>
            <p14:xfrm>
              <a:off x="8774130" y="2381010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B19C87E-D52C-D446-09F9-A4E9B07EFA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20490" y="227337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F8AF6BE-FC2C-7508-E491-488D60FDA115}"/>
                  </a:ext>
                </a:extLst>
              </p14:cNvPr>
              <p14:cNvContentPartPr/>
              <p14:nvPr/>
            </p14:nvContentPartPr>
            <p14:xfrm>
              <a:off x="8461650" y="2236290"/>
              <a:ext cx="473040" cy="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F8AF6BE-FC2C-7508-E491-488D60FDA11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43650" y="2200290"/>
                <a:ext cx="508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D60EC13-A4A0-7EC4-9FD0-FB60D2C70279}"/>
                  </a:ext>
                </a:extLst>
              </p14:cNvPr>
              <p14:cNvContentPartPr/>
              <p14:nvPr/>
            </p14:nvContentPartPr>
            <p14:xfrm>
              <a:off x="10793730" y="2228730"/>
              <a:ext cx="52596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D60EC13-A4A0-7EC4-9FD0-FB60D2C702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775730" y="2210730"/>
                <a:ext cx="5616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7284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your Tally data became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dashboard — on its own?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4251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4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exports. No stale numbers.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Portal — One Place, Your Whole Business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13760" cy="1600200"/>
          </a:xfrm>
          <a:prstGeom prst="roundRect">
            <a:avLst>
              <a:gd name="adj" fmla="val 5143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21992"/>
            <a:ext cx="640080" cy="640080"/>
          </a:xfrm>
          <a:prstGeom prst="ellipse">
            <a:avLst/>
          </a:prstGeom>
          <a:solidFill>
            <a:srgbClr val="002060"/>
          </a:solidFill>
          <a:ln/>
        </p:spPr>
      </p:sp>
      <p:pic>
        <p:nvPicPr>
          <p:cNvPr id="6" name="Image 0" descr="/home/claude/ppt/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2305202"/>
            <a:ext cx="473659" cy="4736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7" name="Text 4"/>
          <p:cNvSpPr/>
          <p:nvPr/>
        </p:nvSpPr>
        <p:spPr>
          <a:xfrm>
            <a:off x="1691640" y="2167128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532888"/>
            <a:ext cx="217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cash — one glance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3880" y="1965960"/>
            <a:ext cx="3413760" cy="1600200"/>
          </a:xfrm>
          <a:prstGeom prst="roundRect">
            <a:avLst>
              <a:gd name="adj" fmla="val 5143"/>
            </a:avLst>
          </a:prstGeom>
          <a:solidFill>
            <a:srgbClr val="F2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4602480" y="2221992"/>
            <a:ext cx="640080" cy="64008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1" name="Image 1" descr="/home/claude/ppt/icons/re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690" y="2305202"/>
            <a:ext cx="473659" cy="4736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" name="Text 8"/>
          <p:cNvSpPr/>
          <p:nvPr/>
        </p:nvSpPr>
        <p:spPr>
          <a:xfrm>
            <a:off x="5425440" y="2167128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Reports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25440" y="2532888"/>
            <a:ext cx="217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monthly P&amp;L, exportable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7680" y="1965960"/>
            <a:ext cx="3413760" cy="1600200"/>
          </a:xfrm>
          <a:prstGeom prst="roundRect">
            <a:avLst>
              <a:gd name="adj" fmla="val 5143"/>
            </a:avLst>
          </a:prstGeom>
          <a:solidFill>
            <a:srgbClr val="F2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6280" y="2221992"/>
            <a:ext cx="640080" cy="64008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6" name="Image 2" descr="/home/claude/ppt/icons/age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490" y="2305202"/>
            <a:ext cx="473659" cy="4736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Text 12"/>
          <p:cNvSpPr/>
          <p:nvPr/>
        </p:nvSpPr>
        <p:spPr>
          <a:xfrm>
            <a:off x="9159240" y="2167128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Ageing Reports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59240" y="2532888"/>
            <a:ext cx="217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&amp; payables, bucketed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413760" cy="1600200"/>
          </a:xfrm>
          <a:prstGeom prst="roundRect">
            <a:avLst>
              <a:gd name="adj" fmla="val 5143"/>
            </a:avLst>
          </a:prstGeom>
          <a:solidFill>
            <a:srgbClr val="F2F4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142232"/>
            <a:ext cx="640080" cy="64008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1" name="Image 3" descr="/home/claude/ppt/icons/compan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90" y="4225442"/>
            <a:ext cx="473659" cy="4736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Text 16"/>
          <p:cNvSpPr/>
          <p:nvPr/>
        </p:nvSpPr>
        <p:spPr>
          <a:xfrm>
            <a:off x="1691640" y="4087368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Multi-Company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91640" y="4453128"/>
            <a:ext cx="217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every client book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73880" y="3886200"/>
            <a:ext cx="3413760" cy="1600200"/>
          </a:xfrm>
          <a:prstGeom prst="roundRect">
            <a:avLst>
              <a:gd name="adj" fmla="val 5143"/>
            </a:avLst>
          </a:prstGeom>
          <a:solidFill>
            <a:srgbClr val="F2F4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602480" y="4142232"/>
            <a:ext cx="640080" cy="64008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6" name="Image 4" descr="/home/claude/ppt/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690" y="4225442"/>
            <a:ext cx="473659" cy="4736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7" name="Text 20"/>
          <p:cNvSpPr/>
          <p:nvPr/>
        </p:nvSpPr>
        <p:spPr>
          <a:xfrm>
            <a:off x="5425440" y="4087368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Auto-Sync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425440" y="4453128"/>
            <a:ext cx="217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Tally, always current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7680" y="3886200"/>
            <a:ext cx="3413760" cy="1600200"/>
          </a:xfrm>
          <a:prstGeom prst="roundRect">
            <a:avLst>
              <a:gd name="adj" fmla="val 5143"/>
            </a:avLst>
          </a:prstGeom>
          <a:solidFill>
            <a:srgbClr val="F2F4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336280" y="4142232"/>
            <a:ext cx="640080" cy="64008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31" name="Image 5" descr="/home/claude/ppt/icons/downlo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9490" y="4225442"/>
            <a:ext cx="473659" cy="4736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2" name="Text 24"/>
          <p:cNvSpPr/>
          <p:nvPr/>
        </p:nvSpPr>
        <p:spPr>
          <a:xfrm>
            <a:off x="9159240" y="4087368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Export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159240" y="4453128"/>
            <a:ext cx="217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CSV, client-ready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Management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  <a:effectLst>
            <a:outerShdw blurRad="1270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ppt/assets/dashboard_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10424160" cy="1417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3E5C88"/>
          </a:solidFill>
          <a:ln/>
        </p:spPr>
      </p:sp>
      <p:pic>
        <p:nvPicPr>
          <p:cNvPr id="7" name="Image 1" descr="/home/claude/ppt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219956"/>
            <a:ext cx="338328" cy="338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41788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number — Revenue, GP, NP, Cash &amp; Bank, Overhead — at a glance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3E5C88"/>
          </a:solidFill>
          <a:ln/>
        </p:spPr>
      </p:sp>
      <p:pic>
        <p:nvPicPr>
          <p:cNvPr id="10" name="Image 2" descr="/home/claude/ppt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4905756"/>
            <a:ext cx="338328" cy="3383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4864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charts: Revenue vs Profit, Overhead breakdown, month over month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40080" y="5532120"/>
            <a:ext cx="457200" cy="457200"/>
          </a:xfrm>
          <a:prstGeom prst="ellipse">
            <a:avLst/>
          </a:prstGeom>
          <a:solidFill>
            <a:srgbClr val="3E5C88"/>
          </a:solidFill>
          <a:ln/>
        </p:spPr>
      </p:sp>
      <p:pic>
        <p:nvPicPr>
          <p:cNvPr id="13" name="Image 3" descr="/home/claude/ppt/icons/compan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5591556"/>
            <a:ext cx="338328" cy="3383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55504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company &amp; date range instantly, from the sidebar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Reports — As Detailed As You Need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6488" y="1673352"/>
            <a:ext cx="10995975" cy="4700016"/>
          </a:xfrm>
          <a:prstGeom prst="roundRect">
            <a:avLst>
              <a:gd name="adj" fmla="val 1362"/>
            </a:avLst>
          </a:prstGeom>
          <a:solidFill>
            <a:srgbClr val="0F1B3C"/>
          </a:solidFill>
          <a:ln/>
          <a:effectLst>
            <a:outerShdw blurRad="177800" dist="508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claude/ppt/assets/mis_report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16" y="1783080"/>
            <a:ext cx="10776519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282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GP vs NP, COGS vs Overhead, and GP%/NP% trend — every month, one screen.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652252C-CB71-F29B-9CEC-E513B592F67D}"/>
                  </a:ext>
                </a:extLst>
              </p14:cNvPr>
              <p14:cNvContentPartPr/>
              <p14:nvPr/>
            </p14:nvContentPartPr>
            <p14:xfrm>
              <a:off x="2422980" y="1981140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652252C-CB71-F29B-9CEC-E513B592F6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86980" y="194514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9211D70-63F5-F8F2-25B9-C4C2C81A7371}"/>
                  </a:ext>
                </a:extLst>
              </p14:cNvPr>
              <p14:cNvContentPartPr/>
              <p14:nvPr/>
            </p14:nvContentPartPr>
            <p14:xfrm>
              <a:off x="810900" y="1996260"/>
              <a:ext cx="99504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9211D70-63F5-F8F2-25B9-C4C2C81A73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5260" y="1960260"/>
                <a:ext cx="1066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514B020-0A71-5317-69C8-7AF15DAD88A7}"/>
                  </a:ext>
                </a:extLst>
              </p14:cNvPr>
              <p14:cNvContentPartPr/>
              <p14:nvPr/>
            </p14:nvContentPartPr>
            <p14:xfrm>
              <a:off x="746460" y="200382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514B020-0A71-5317-69C8-7AF15DAD88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0820" y="1968180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Ageing — Who Owes You, For How Long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955" y="1673352"/>
            <a:ext cx="10195042" cy="4700016"/>
          </a:xfrm>
          <a:prstGeom prst="roundRect">
            <a:avLst>
              <a:gd name="adj" fmla="val 1362"/>
            </a:avLst>
          </a:prstGeom>
          <a:solidFill>
            <a:srgbClr val="0F1B3C"/>
          </a:solidFill>
          <a:ln/>
          <a:effectLst>
            <a:outerShdw blurRad="177800" dist="508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claude/ppt/assets/customer_ageing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83" y="1783080"/>
            <a:ext cx="9975586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282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0–30 to 1 Year+, with party-wise drill-down to the bill level.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Ageing — What You Owe, Just As Clearly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74488" y="1673352"/>
            <a:ext cx="9639975" cy="4700016"/>
          </a:xfrm>
          <a:prstGeom prst="roundRect">
            <a:avLst>
              <a:gd name="adj" fmla="val 1362"/>
            </a:avLst>
          </a:prstGeom>
          <a:solidFill>
            <a:srgbClr val="0F1B3C"/>
          </a:solidFill>
          <a:ln/>
          <a:effectLst>
            <a:outerShdw blurRad="177800" dist="508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claude/ppt/assets/vendor_ageing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216" y="1783080"/>
            <a:ext cx="9420519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282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clarity for payables — nothing slips past due unnoticed.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79DEB9B-94DD-A85A-C973-710EF53D1A7E}"/>
                  </a:ext>
                </a:extLst>
              </p14:cNvPr>
              <p14:cNvContentPartPr/>
              <p14:nvPr/>
            </p14:nvContentPartPr>
            <p14:xfrm>
              <a:off x="1470540" y="1950360"/>
              <a:ext cx="960480" cy="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79DEB9B-94DD-A85A-C973-710EF53D1A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4540" y="1879080"/>
                <a:ext cx="1032120" cy="14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TRUST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Are Always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caught it ourselves — a subtle bug where Revenue was stuck on an old, frozen Tally figure instead of the live ledger total.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0956" y="379476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0F1B3C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" y="4050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FROZEN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0956" y="441655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₹68.00 Cr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551676" y="379476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C99A3C"/>
          </a:solidFill>
          <a:ln/>
        </p:spPr>
      </p:sp>
      <p:sp>
        <p:nvSpPr>
          <p:cNvPr id="10" name="Text 8"/>
          <p:cNvSpPr/>
          <p:nvPr/>
        </p:nvSpPr>
        <p:spPr>
          <a:xfrm>
            <a:off x="6551676" y="4050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LIVE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51676" y="441655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₹70.00 Cr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37276" y="429768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kind of depth that makes numbers trustworthy.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TRUST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Catches Backdated Entries Too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463040" cy="146304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5" name="Image 0" descr="/home/claude/ppt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2384755"/>
            <a:ext cx="1082650" cy="10826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Text 3"/>
          <p:cNvSpPr/>
          <p:nvPr/>
        </p:nvSpPr>
        <p:spPr>
          <a:xfrm>
            <a:off x="2514600" y="21488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an adjusting entry into a month that’s already "closed"?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514600" y="27432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Portal’s fiscal-year-aware sync automatically re-checks the whole financial year — not just from today onward — so a correction made in March still shows up correctly in July.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2514600" y="4160520"/>
            <a:ext cx="8778240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0" y="416052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missed adjustments. No year-end surprises.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Tally To Dashboard — Automatically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56716" y="2377440"/>
            <a:ext cx="2743200" cy="2194560"/>
          </a:xfrm>
          <a:prstGeom prst="roundRect">
            <a:avLst>
              <a:gd name="adj" fmla="val 3750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2116836" y="2651760"/>
            <a:ext cx="822960" cy="82296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6" name="Image 0" descr="/home/claude/ppt/icons/compa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821" y="2758745"/>
            <a:ext cx="608990" cy="60899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Text 4"/>
          <p:cNvSpPr/>
          <p:nvPr/>
        </p:nvSpPr>
        <p:spPr>
          <a:xfrm>
            <a:off x="1293876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Tally Prime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39596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books, as always — no change to how you work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99916" y="2880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722876" y="2377440"/>
            <a:ext cx="2743200" cy="2194560"/>
          </a:xfrm>
          <a:prstGeom prst="roundRect">
            <a:avLst>
              <a:gd name="adj" fmla="val 3750"/>
            </a:avLst>
          </a:prstGeom>
          <a:solidFill>
            <a:srgbClr val="F2F4F8"/>
          </a:solidFill>
          <a:ln/>
        </p:spPr>
      </p:sp>
      <p:sp>
        <p:nvSpPr>
          <p:cNvPr id="11" name="Shape 8"/>
          <p:cNvSpPr/>
          <p:nvPr/>
        </p:nvSpPr>
        <p:spPr>
          <a:xfrm>
            <a:off x="5682996" y="2651760"/>
            <a:ext cx="822960" cy="82296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2" name="Image 1" descr="/home/claude/ppt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1" y="2758745"/>
            <a:ext cx="608990" cy="60899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" name="Text 9"/>
          <p:cNvSpPr/>
          <p:nvPr/>
        </p:nvSpPr>
        <p:spPr>
          <a:xfrm>
            <a:off x="4860036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Auto-Sync Engine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05756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data, fiscal-year aware, handles corrections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466076" y="2880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289036" y="2377440"/>
            <a:ext cx="2743200" cy="2194560"/>
          </a:xfrm>
          <a:prstGeom prst="roundRect">
            <a:avLst>
              <a:gd name="adj" fmla="val 3750"/>
            </a:avLst>
          </a:prstGeom>
          <a:solidFill>
            <a:srgbClr val="F2F4F8"/>
          </a:solidFill>
          <a:ln/>
        </p:spPr>
      </p:sp>
      <p:sp>
        <p:nvSpPr>
          <p:cNvPr id="17" name="Shape 13"/>
          <p:cNvSpPr/>
          <p:nvPr/>
        </p:nvSpPr>
        <p:spPr>
          <a:xfrm>
            <a:off x="9249156" y="2651760"/>
            <a:ext cx="822960" cy="82296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8" name="Image 2" descr="/home/claude/ppt/icons/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141" y="2758745"/>
            <a:ext cx="608990" cy="60899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9" name="Text 14"/>
          <p:cNvSpPr/>
          <p:nvPr/>
        </p:nvSpPr>
        <p:spPr>
          <a:xfrm>
            <a:off x="8426196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Portal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71916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reports &amp; exports — always current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sync — or let it auto-refresh quietly in the background.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CA Firms &amp; Multi-Business Owners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463040" cy="146304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5" name="Image 0" descr="/home/claude/ppt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2339035"/>
            <a:ext cx="1082650" cy="10826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Shape 3"/>
          <p:cNvSpPr/>
          <p:nvPr/>
        </p:nvSpPr>
        <p:spPr>
          <a:xfrm>
            <a:off x="2514600" y="2231136"/>
            <a:ext cx="128016" cy="128016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7" name="Text 4"/>
          <p:cNvSpPr/>
          <p:nvPr/>
        </p:nvSpPr>
        <p:spPr>
          <a:xfrm>
            <a:off x="2788920" y="207568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— every client’s books, in one place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2514600" y="2944368"/>
            <a:ext cx="128016" cy="128016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9" name="Text 6"/>
          <p:cNvSpPr/>
          <p:nvPr/>
        </p:nvSpPr>
        <p:spPr>
          <a:xfrm>
            <a:off x="2788920" y="2788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companies instantly, no re-login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2514600" y="3657600"/>
            <a:ext cx="128016" cy="128016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11" name="Text 8"/>
          <p:cNvSpPr/>
          <p:nvPr/>
        </p:nvSpPr>
        <p:spPr>
          <a:xfrm>
            <a:off x="2788920" y="3502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sees only their own data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2514600" y="4370832"/>
            <a:ext cx="128016" cy="128016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13" name="Text 10"/>
          <p:cNvSpPr/>
          <p:nvPr/>
        </p:nvSpPr>
        <p:spPr>
          <a:xfrm>
            <a:off x="2788920" y="421538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report format across every client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Clients See Only What They Should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10312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984248" y="2377440"/>
            <a:ext cx="777240" cy="77724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6" name="Image 0" descr="/home/claude/ppt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289" y="2478481"/>
            <a:ext cx="575158" cy="57515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Text 4"/>
          <p:cNvSpPr/>
          <p:nvPr/>
        </p:nvSpPr>
        <p:spPr>
          <a:xfrm>
            <a:off x="841248" y="33649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32688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Client roles, separate permissions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9976" y="210312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F2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5705856" y="2377440"/>
            <a:ext cx="777240" cy="77724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1" name="Image 1" descr="/home/claude/ppt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897" y="2478481"/>
            <a:ext cx="575158" cy="57515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" name="Text 8"/>
          <p:cNvSpPr/>
          <p:nvPr/>
        </p:nvSpPr>
        <p:spPr>
          <a:xfrm>
            <a:off x="4562856" y="33649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Per-Client Controls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54296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Excel/PPT download on or off per client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210312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F2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9427464" y="2377440"/>
            <a:ext cx="777240" cy="77724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6" name="Image 2" descr="/home/claude/ppt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505" y="2478481"/>
            <a:ext cx="575158" cy="57515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Text 12"/>
          <p:cNvSpPr/>
          <p:nvPr/>
        </p:nvSpPr>
        <p:spPr>
          <a:xfrm>
            <a:off x="8284464" y="33649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"View as Client"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75904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support clients without ever sharing a password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This... To This.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5508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FBEEE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Tally exports, every month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2057400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E9F7F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057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dashboard, always current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FBEEE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815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outdated within a day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3081528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E9F7F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0815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from Tally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FBEEE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05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Backdated entries go unnoticed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4105656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E9F7F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105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Fiscal-year-aware auto re-check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9784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FBEEE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129784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 format, copy-pasted by hand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5129784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E9F7F1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5129784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Excel/CSV, client-named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2007108" y="2560320"/>
            <a:ext cx="731520" cy="731520"/>
          </a:xfrm>
          <a:prstGeom prst="ellipse">
            <a:avLst/>
          </a:prstGeom>
          <a:solidFill>
            <a:srgbClr val="3E5C88"/>
          </a:solidFill>
          <a:ln/>
        </p:spPr>
      </p:sp>
      <p:pic>
        <p:nvPicPr>
          <p:cNvPr id="6" name="Image 0" descr="/home/claude/ppt/icons/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206" y="265541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Statement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Indirect Method, reconciled to the rupee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9976" y="228600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2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5728716" y="2560320"/>
            <a:ext cx="731520" cy="731520"/>
          </a:xfrm>
          <a:prstGeom prst="ellipse">
            <a:avLst/>
          </a:prstGeom>
          <a:solidFill>
            <a:srgbClr val="3E5C88"/>
          </a:solidFill>
          <a:ln/>
        </p:spPr>
      </p:sp>
      <p:pic>
        <p:nvPicPr>
          <p:cNvPr id="11" name="Image 1" descr="/home/claude/ppt/icons/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814" y="265541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54296" y="3886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against targets, month by month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228600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2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9450324" y="2560320"/>
            <a:ext cx="731520" cy="731520"/>
          </a:xfrm>
          <a:prstGeom prst="ellipse">
            <a:avLst/>
          </a:prstGeom>
          <a:solidFill>
            <a:srgbClr val="3E5C88"/>
          </a:solidFill>
          <a:ln/>
        </p:spPr>
      </p:sp>
      <p:pic>
        <p:nvPicPr>
          <p:cNvPr id="16" name="Image 2" descr="/home/claude/ppt/icons/comp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5422" y="265541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464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Mobile-Friendly View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75904" y="3886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numbers from anywhere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728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Talk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4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Tally data to life.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7772400" cy="2331720"/>
          </a:xfrm>
          <a:prstGeom prst="roundRect">
            <a:avLst>
              <a:gd name="adj" fmla="val 3529"/>
            </a:avLst>
          </a:prstGeom>
          <a:solidFill>
            <a:srgbClr val="17284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456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FINNPULSE TECH SERVICE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3000" y="3977640"/>
            <a:ext cx="411480" cy="41148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8" name="Image 0" descr="/home/claude/ppt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492" y="4031132"/>
            <a:ext cx="304495" cy="3044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39776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Mehta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43000" y="4544568"/>
            <a:ext cx="411480" cy="41148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1" name="Image 1" descr="/home/claude/ppt/icons/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492" y="4598060"/>
            <a:ext cx="304495" cy="3044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454456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+91 96199 34745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143000" y="5111496"/>
            <a:ext cx="411480" cy="411480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4" name="Image 2" descr="/home/claude/ppt/icons/repo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492" y="5164988"/>
            <a:ext cx="304495" cy="3044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511149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Rohanmehta_rma@yahoo.in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692</Words>
  <Application>Microsoft Office PowerPoint</Application>
  <PresentationFormat>Widescreen</PresentationFormat>
  <Paragraphs>139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Pratik Sathe</cp:lastModifiedBy>
  <cp:revision>2</cp:revision>
  <dcterms:created xsi:type="dcterms:W3CDTF">2026-07-17T08:22:08Z</dcterms:created>
  <dcterms:modified xsi:type="dcterms:W3CDTF">2026-07-17T08:34:39Z</dcterms:modified>
</cp:coreProperties>
</file>